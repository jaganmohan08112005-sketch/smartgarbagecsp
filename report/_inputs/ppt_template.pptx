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22E713D-B38C-44B3-AA1B-BF7E4901F54A}">
          <p14:sldIdLst>
            <p14:sldId id="256"/>
            <p14:sldId id="257"/>
            <p14:sldId id="258"/>
            <p14:sldId id="260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1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handoutMaster" Target="handoutMasters/handoutMaster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C77DDF-0A27-67B6-5BDF-F285B4C717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1F2C14-519F-1665-5873-A72F25564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B00D6-E1FF-4B73-A053-E585B1FBE901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4DCC8-0A82-FBB1-C5C8-0A3B68A7E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76C3-C0CF-299E-70A1-6269DB6591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8F4E45-0858-4043-A964-1C66277AD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035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934C36-70B1-45F6-9FDE-F1D24E79F56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F6A76-F437-4B4B-8482-7210935BA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662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EF6A76-F437-4B4B-8482-7210935BA7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904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CCCB-E175-57DF-24EA-FD7B125D5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CE3B5-1C30-5CEF-2519-0F3E17055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DF157-475F-2413-9A18-8C99B0F3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05323-E29B-4B70-A94E-1594BD5CBD7E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620D2-DC7F-B2F2-0EA2-DA548AED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35AC5-403F-A47E-E941-5EEB21D4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4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CD6A-AF0F-7AD6-7A7C-AE6A86E81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BD31-11F1-A76F-4F35-D68096911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68E4-CF8E-21D0-0E03-53396B119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94E78-88E1-46A4-AF1B-828B5E375FA2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F465C-6C94-5A19-8095-1392228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AA8D-3739-E96E-0A3F-1FFC9B3F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01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5A6B-F1C1-9EB4-A060-5B25A0F3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1C07-B202-8596-07A9-22822C9DF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4F265-5CE9-9191-6286-2C9AE5F0B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9717-40FC-4C73-B8FA-A58DAB8A6201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1E1B0-75C0-03D7-9824-CA075284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9738F-0524-AB68-D6DB-3A4E3B30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7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F7E3-61D6-8491-1328-714F5970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3BCC-F5B5-90E7-1B9B-4B86B2286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0F7E7-5B74-070A-47CE-41CB8012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22ED-FA86-4920-5DDD-EF5BAB071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21CF7-758A-44DA-BCBF-28E94B183FAA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C7351-93DD-02B8-418D-4758BB52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1A715-8247-0449-9A75-090C2AC0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7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0879-59A2-9993-5923-31956486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4AD61-0E56-D989-0F6E-E2475CED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878A4-D7B6-8C42-F70F-B46C102B4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0B250-122E-ED60-C1CE-B01FF6F6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70AD3-919D-BA8B-B107-88B0AE5EC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76A1F-60B9-95CE-E92F-BE7C1FBCA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49FDD-8BD6-49CA-B47B-D82B5753DDDF}" type="datetime1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05E6BD-7F75-F160-B5AE-BC0CB39A0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C4F82A-2F5F-AFF5-B7E5-195A9F724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7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01F4-BED2-1AAD-97E2-15FD1168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9C3BD-B4F1-048A-3697-B165EAC08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71C4-7117-442F-820E-CC01BC240CFF}" type="datetime1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3806D-6534-3CB8-9569-E2F8462C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5F470-2CEF-BAFE-7D89-13162D558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53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61FC1-61B2-0BEC-36EF-3DE62DB9A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54E5A-9C4D-4470-846F-ADA8C588B6A9}" type="datetime1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DB32-5E56-9AF3-6840-1B34E91C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33A9D-2826-6D71-05BE-6B8D4570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05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E002-737C-263E-A4E0-BF90604D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99A4-C8E8-FC9F-25B9-D03380211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CDDF6-A347-9627-45DD-1B0CAA19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C2D6B-F737-2EBE-5E8C-0BB78FDF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9F083-6D5B-4B0A-A053-F75A84FB0730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85B18-D373-F253-5581-CF1C04E3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D5C7CE-A6DD-CD7E-7AF4-719C1B64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00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8CCD2-0CAD-E143-4AED-BF6232E4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0C940-6F35-3FA0-09D1-81974FB73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33F76-869F-7C98-8621-02EAAF7F9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F9FDD-7956-7A3E-DF1B-E917B4C3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14738-DEA0-4125-998D-ECD817967A89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8230D-B290-ED5F-5C68-CE723BCC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9775D-FAF7-3543-22DF-BD7C5A37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70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65FB7-6D0C-1E16-0A66-E68B9D2C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EE2B5-8C5E-58D4-A3F9-3A3031873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91197-E419-0573-70A8-DE688D37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F1ED1-E35F-4D19-85BD-C5B2E1E72F64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CDE99-3310-5C8E-4F2A-AC0ACD95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8FA3-7C23-3214-D38F-392AD8DF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8C7CF-4623-DEC8-14AE-619295942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1983F-2C6C-FD2E-187E-44A0B441A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26E63-6CAC-E9E4-BF3F-C256D793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85591-7348-4410-8FD7-DA388D80B05C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2C139-7A5D-5405-E52E-049003BEA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44655-C0E1-8A45-9962-DEB5CF93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3B46B-1610-0CE6-7155-D123E374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4927F-6A1D-B152-1C11-14603B53F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B9BDF-D021-93E2-48DC-E3FB251E0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E5703-3C09-48F0-BC15-A8F80091436C}" type="datetime1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4683-C2DB-CF7A-5C79-0094EA7CF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27840-6CAF-B6FA-3558-8E7408C33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6DCF-DF60-4378-BFCC-D3A207344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1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BAEA-A6E1-3B7C-66B0-6AA9B4168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147" y="1087567"/>
            <a:ext cx="9518554" cy="814592"/>
          </a:xfrm>
        </p:spPr>
        <p:txBody>
          <a:bodyPr>
            <a:normAutofit fontScale="90000"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Project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CSE-Artificial Intelligence &amp; Machine Learning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Data Engineering </a:t>
            </a:r>
            <a:b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V    Section: A          Regulation: R24             Course Code: R24MSCSP001</a:t>
            </a:r>
            <a:endParaRPr lang="en-IN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7393A-5152-2239-E68B-758F10844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5847" y="1982521"/>
            <a:ext cx="9144000" cy="851288"/>
          </a:xfrm>
        </p:spPr>
        <p:txBody>
          <a:bodyPr>
            <a:norm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  </a:t>
            </a:r>
          </a:p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0522D6-D17F-C571-6E54-DC1EB5D4FD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233022"/>
              </p:ext>
            </p:extLst>
          </p:nvPr>
        </p:nvGraphicFramePr>
        <p:xfrm>
          <a:off x="3123336" y="2841523"/>
          <a:ext cx="6246761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4">
                  <a:extLst>
                    <a:ext uri="{9D8B030D-6E8A-4147-A177-3AD203B41FA5}">
                      <a16:colId xmlns:a16="http://schemas.microsoft.com/office/drawing/2014/main" val="2978184859"/>
                    </a:ext>
                  </a:extLst>
                </a:gridCol>
                <a:gridCol w="2408903">
                  <a:extLst>
                    <a:ext uri="{9D8B030D-6E8A-4147-A177-3AD203B41FA5}">
                      <a16:colId xmlns:a16="http://schemas.microsoft.com/office/drawing/2014/main" val="2193938237"/>
                    </a:ext>
                  </a:extLst>
                </a:gridCol>
                <a:gridCol w="2802194">
                  <a:extLst>
                    <a:ext uri="{9D8B030D-6E8A-4147-A177-3AD203B41FA5}">
                      <a16:colId xmlns:a16="http://schemas.microsoft.com/office/drawing/2014/main" val="2017919128"/>
                    </a:ext>
                  </a:extLst>
                </a:gridCol>
              </a:tblGrid>
              <a:tr h="280548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Register Number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4480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102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443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27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72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39C9FE-9A55-D878-4113-BB45C8E42B25}"/>
              </a:ext>
            </a:extLst>
          </p:cNvPr>
          <p:cNvSpPr txBox="1"/>
          <p:nvPr/>
        </p:nvSpPr>
        <p:spPr>
          <a:xfrm>
            <a:off x="666564" y="5004620"/>
            <a:ext cx="4780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25BDB-B544-A468-80FA-5C328DABA918}"/>
              </a:ext>
            </a:extLst>
          </p:cNvPr>
          <p:cNvSpPr txBox="1"/>
          <p:nvPr/>
        </p:nvSpPr>
        <p:spPr>
          <a:xfrm>
            <a:off x="666564" y="5770433"/>
            <a:ext cx="412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Coordinator: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                           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E228F4-F1C6-996C-1333-E77944D0112F}"/>
              </a:ext>
            </a:extLst>
          </p:cNvPr>
          <p:cNvSpPr txBox="1"/>
          <p:nvPr/>
        </p:nvSpPr>
        <p:spPr>
          <a:xfrm>
            <a:off x="7441620" y="5767836"/>
            <a:ext cx="3856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V. Jyothi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Associate Professor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A81387-CAA0-B664-E5E7-652103F746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90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0921-4932-359B-99DF-4AA4E8AA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48609-A98A-9DB7-F9E6-DD71B73C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5E744-4F16-AB16-DDA3-CC5C491B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4F2A-A0F5-462A-B1D5-45ADC5AE6C5E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AC38-09FE-7208-D128-A2197A2C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2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7E8606-96F4-B880-AF30-0C51589D86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0425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A163-6249-C153-BF1D-0EAD5B5D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E6A8-1D4F-F059-0DFB-EE7106621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0161D-19CD-E770-288B-8FB741A1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162A8-FB7E-4CF4-AE0B-1836D97118EA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027E8-23A5-F915-61C5-AC94CD2C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744142-7547-0C57-B36F-46CAF270E4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244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CF1CE-E15D-F045-5F27-8386F788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38444-F448-26A9-5077-57C05FD0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BFB55-6FFB-24BF-FC26-16756F9C7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555F-2F27-45B3-8C9B-E0FE9428F05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66203-58FD-8CDB-1D75-2688B4B3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D5D761-2FED-7F99-3699-8A324DA6BA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84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1DCD-EEEE-3347-5C0C-10E73A5FE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309FA-ECA9-0D37-3075-3DFE51A0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FF40B-8D9A-3811-177F-61E7CFC6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015C5-18A8-469F-B68B-6A6C54345583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B19C1-E836-3143-E8F6-83D3B2B41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0407FB-5EAD-D102-C031-EE6963360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795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8FEA8-C384-12D9-AB4F-914A0FC4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B15C-BAE5-AEC8-6CE9-C41F378D5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C5961-D989-CCB9-FD83-F855C7B0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A71FD-1390-4BA0-9817-771C1FA4780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3A722-16A3-7F28-8B33-145DDBD1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5ACBE-92F0-F66A-20B2-BAA526B703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4970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9C14-2B02-B270-5179-DFDBCC78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DC786-22BB-A884-8B53-DA2698708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7CDDA-2D40-BA62-8006-5B7536C1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5B930-88B3-44D4-A202-6F4F8CAF65BF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0E2F4-4D03-64AC-6C32-461FDD37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EFD5C-1004-C409-41F8-E5034B45AD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011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DCCA-37C5-B802-67BD-508095628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Gathered/ 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BCA9F-57F0-F61B-39F7-21618BD0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F7C9E-6959-7DF2-0958-3377A79E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C8817-4F34-43C2-AFBB-35605F3F6A14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76AD-1BA9-F95A-15CD-7AD191B7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8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071DB-0521-6C96-24EB-B0E0C1F61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675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110-51AF-7502-51AC-6C218D29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29C4-E906-5C86-8EDD-4C2E1CC8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ECD8A-E1BD-594A-43F2-927C69F9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E081-F1B4-4E58-B59A-DB5EA8636B00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2E1F-EF2A-2160-FDB2-EBCAAA8B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9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A0A72-4D8C-43BA-8FFD-E292483965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58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08D49-10AC-9C01-4FAD-F7330B26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 System Design(cont.)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DB66-F142-AB58-0A08-67AF99A00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C0D40-7F04-03A5-2DCE-D25BBBF6B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3F38D-1EB3-4DB2-A750-823A1A97BFA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49A0E-E589-F2DF-8882-F3F874F4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20BEA-D4F0-01C9-E117-A16C361917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54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37D2-C055-A0AE-76BE-F053AD2C5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C6ED-3357-EFD8-4B15-44CFEF90A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497"/>
            <a:ext cx="10515600" cy="4623466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to code</a:t>
            </a:r>
            <a:r>
              <a:rPr lang="en-IN" dirty="0"/>
              <a:t>: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snippet: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52C39-8579-8CCB-38A6-30FF6BC3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8EC51-D8FE-429D-B538-6D42DB567EFC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68C94-0F26-D10A-70D2-DF88E6B3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8C40E3-0616-FC5B-C382-57C8E7C12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8161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AB7D-6F03-4630-46A2-BB97B39D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(Full) / Screenshots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0008A-34B7-EA7B-EDFB-849962AAB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0085-5E2E-0801-C48C-3123AE6D0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F299-9D72-47F9-8A7A-EFB8E8F8EF9B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51D1-6CB3-B4F9-1515-CA9758CD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23FDF-8E03-E0AE-1C24-7A321DBEAE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0239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C339-7109-22A2-C449-4EAB8CD8D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E307A-6D64-2169-AE94-D06854DB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Impact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49FF7-21AD-45B9-11C8-B23CD9E5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D1F96-71CD-4CEB-A453-AFC903363AB7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FE67-A70E-70E3-3F46-A24888613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7ACE34-F113-A962-A26F-C5CFD5FF5D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9317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4A12-A0D7-06D5-FBC6-343B3FF8A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E345A-F78E-0E9D-1B8F-9ED5228FB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DEE8-2712-97F8-0AA0-D407B46B9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BF22-2CB2-4164-AF8B-6A4D1059DC13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46F4-1131-9BC1-6D0A-6F9F2793F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1C8C2-B765-3F27-69DF-415556C21F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36308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16F3-F74C-A352-259B-B4A788B57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FB79-58CF-5340-6358-31F2F2D16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ACB72-4075-D8FE-FA30-61E1E501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97835-E227-4A81-8A01-A516A9EB8CD9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6ABC5-6C65-1409-EB69-E2FAC169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F3026-24E1-9526-6935-DA510D74B4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79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C0666-1392-9333-3018-8197057B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CDF7F-070E-7FCE-AA62-C1973947F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08B5E-4483-07DB-81C8-839D380A8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3EFD1-43BA-46A2-BC19-C8E28D2B8CA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8094-4C4F-2666-5C5E-3A8653E9B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16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329E75-110B-7CF9-13A1-2358F4918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9306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AD2F-7B2B-C452-DECD-919AEC63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BDFA1-988C-7F19-3A28-BB7F45AB2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Author(s), “Title,”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Journal/Conference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vol., no., pp., year.</a:t>
            </a: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DOI/URL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73FE8-0932-BE50-70F2-DCCFB993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FE5EE-CD67-42A0-9A9D-04CE4D439231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A9A61-9870-D7FA-34D9-C5E639AC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63E415-325C-FD52-3C9D-49EB0FD087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9376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6C50-6FD8-DD5F-6FF5-BB9DD6B7E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Queries/ Questions?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389F3-38E7-E345-6C1B-55E8D0E4A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3B29-5F07-416A-A1AF-5804B2A93342}" type="datetime1">
              <a:rPr lang="en-IN" smtClean="0"/>
              <a:t>02-07-2026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642DD-AAA8-D382-7575-AA032AC1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6DCF-DF60-4378-BFCC-D3A207344837}" type="slidenum">
              <a:rPr lang="en-IN" smtClean="0"/>
              <a:t>18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E8474F-C52C-F540-9F28-9B61158722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0203" y="297924"/>
            <a:ext cx="1049749" cy="6771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57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209</Words>
  <Application>Microsoft Office PowerPoint</Application>
  <PresentationFormat>Widescreen</PresentationFormat>
  <Paragraphs>75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               Community Project  Branch: CSE-Artificial Intelligence &amp; Machine Learning Department: Data Engineering  Semester: V    Section: A          Regulation: R24             Course Code: R24MSCSP001</vt:lpstr>
      <vt:lpstr>Abstract</vt:lpstr>
      <vt:lpstr>Introduction</vt:lpstr>
      <vt:lpstr>Problem Statement </vt:lpstr>
      <vt:lpstr>Project Objectives </vt:lpstr>
      <vt:lpstr>Project Scope </vt:lpstr>
      <vt:lpstr>Literature Review/ Background Study</vt:lpstr>
      <vt:lpstr>Data Gathered/ Data Used</vt:lpstr>
      <vt:lpstr>Methodology / System Design</vt:lpstr>
      <vt:lpstr>Methodology/ System Design(cont.)</vt:lpstr>
      <vt:lpstr>Implementation / Modules</vt:lpstr>
      <vt:lpstr>Results (Full) / Screenshots </vt:lpstr>
      <vt:lpstr>Impact Assessment </vt:lpstr>
      <vt:lpstr>Challenges Faced </vt:lpstr>
      <vt:lpstr>Conclusion </vt:lpstr>
      <vt:lpstr>Future Work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Community Project  Branch: CSE-Artificial Intelligence &amp; Machine Learning Department: Data Engineering  Semester: V    Section: A          Regulation: R24             Course Code: R24MSCSP001</dc:title>
  <dc:creator>Sushma Vatekar</dc:creator>
  <cp:lastModifiedBy>G Gayathri</cp:lastModifiedBy>
  <cp:revision>5</cp:revision>
  <dcterms:created xsi:type="dcterms:W3CDTF">2025-09-22T15:29:51Z</dcterms:created>
  <dcterms:modified xsi:type="dcterms:W3CDTF">2026-07-02T13:16:02Z</dcterms:modified>
</cp:coreProperties>
</file>